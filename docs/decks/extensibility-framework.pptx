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7C8"/>
                </a:solidFill>
                <a:latin typeface="Calibri"/>
              </a:defRPr>
            </a:pPr>
            <a:r>
              <a:t>Extensibility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4157"/>
                </a:solidFill>
                <a:latin typeface="Calibri"/>
              </a:defRPr>
            </a:pPr>
            <a:r>
              <a:t>Zero-Behaviour-Change Plugin Extension for Agent Orchestration &amp; Team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657600"/>
            <a:ext cx="21031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3840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C8"/>
                </a:solidFill>
                <a:latin typeface="Calibri"/>
              </a:defRPr>
            </a:pPr>
            <a:r>
              <a:t>Opt-In</a:t>
            </a:r>
            <a:br/>
            <a:r>
              <a:t>No Breaking Changes</a:t>
            </a:r>
            <a:br/>
            <a:r>
              <a:t>Repo-Level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The Big Idea: Extensibility Without Breaking Existing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10972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31E58"/>
                </a:solidFill>
                <a:latin typeface="Calibri"/>
              </a:defRPr>
            </a:pPr>
            <a:r>
              <a:t>⚠ Hard Invariant: If the config file is absent, unreadable, malformed, or contains no entry for the skill/agent, the skill/agent behaves EXACTLY as it does today. Extensibility is strictly additive and opt-in.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4157"/>
                </a:solidFill>
                <a:latin typeface="Calibri"/>
              </a:defRPr>
            </a:pPr>
            <a:r>
              <a:t>Every skill and agent can be extended or overridden at the repository level: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Agents support before/replace/after hooks (inject context, replace with your own agent, run cleanup)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Skills expose named hook points (e.g. before_commit, before_pr, after_pr) where you insert steps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Pluggable Jira workflow (override transition IDs, custom fields, lifecycle hooks)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Pluggable git workflow (offload PR steps to an external repo with scripts + markdown)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918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Config lives in YOUR repo (.claude/ssnc-agent-orch/ and .claude/ssnc-team-work/)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Ships fully commented out - uncomment only what you want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Zero network calls, zero plugin version coupling</a:t>
            </a:r>
          </a:p>
          <a:p>
            <a:pPr>
              <a:spcAft>
                <a:spcPts val="600"/>
              </a:spcAft>
              <a:defRPr sz="1400">
                <a:solidFill>
                  <a:srgbClr val="344157"/>
                </a:solidFill>
                <a:latin typeface="Calibri"/>
              </a:defRPr>
            </a:pPr>
            <a:r>
              <a:t>Works with Loop Library, external git repos, inline skills, or your own agent markdown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Where Configuration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Config 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4157"/>
                </a:solidFill>
                <a:latin typeface="Calibri"/>
              </a:defRPr>
            </a:pPr>
            <a:r>
              <a:t>agent-orch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.claude/ssnc-agent-orch/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40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4157"/>
                </a:solidFill>
                <a:latin typeface="Calibri"/>
              </a:defRPr>
            </a:pPr>
            <a:r>
              <a:t>skills.yaml, agents.yaml, jira-workflow.yaml, git-workflow.yaml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4157"/>
                </a:solidFill>
                <a:latin typeface="Calibri"/>
              </a:defRPr>
            </a:pPr>
            <a:r>
              <a:t>team-work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.claude/ssnc-team-work/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4157"/>
                </a:solidFill>
                <a:latin typeface="Calibri"/>
              </a:defRPr>
            </a:pPr>
            <a:r>
              <a:t>skills.yaml, agents.yaml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4157"/>
                </a:solidFill>
                <a:latin typeface="Calibri"/>
              </a:defRPr>
            </a:pPr>
            <a:r>
              <a:t>The config directory is in the CONSUMING repository (not the plugin cache).</a:t>
            </a:r>
            <a:br/>
            <a:r>
              <a:t>Files ship fully commented out via /init-plugin or from examples/.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Example: skills.yaml (commented out by default)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16459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# skills:</a:t>
            </a:r>
            <a:br/>
            <a:r>
              <a:t>#   make:</a:t>
            </a:r>
            <a:br/>
            <a:r>
              <a:t>#     before_commit: [scripts/format.sh]</a:t>
            </a:r>
            <a:br/>
            <a:r>
              <a:t>#     before_pr: [.loop-library/pre-pr-review.yaml]</a:t>
            </a:r>
            <a:br/>
            <a:r>
              <a:t>#   build:</a:t>
            </a:r>
            <a:br/>
            <a:r>
              <a:t>#     after_build: [/agent-orch:simplify]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Agent Extension: before / replace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Every agent supports up to three optional hooks: before (inject context), replace (use your own agent), after (cleanup)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2743200" cy="1463040"/>
          </a:xfrm>
          <a:prstGeom prst="roundRect">
            <a:avLst/>
          </a:prstGeom>
          <a:solidFill>
            <a:srgbClr val="109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docs/adr/*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2743200" cy="146304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replace OR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Your agent OR orchestrate-X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743200" cy="1463040"/>
          </a:xfrm>
          <a:prstGeom prst="roundRect">
            <a:avLst/>
          </a:prstGeom>
          <a:solidFill>
            <a:srgbClr val="07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.loop-library/architect.yaml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Example: Architect agent with ADRs injected before, Loop Library run 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515600" cy="16459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agents:</a:t>
            </a:r>
            <a:br/>
            <a:r>
              <a:t>  architect:</a:t>
            </a:r>
            <a:br/>
            <a:r>
              <a:t>    before:</a:t>
            </a:r>
            <a:br/>
            <a:r>
              <a:t>      - docs/adr/*                      # feed every ADR to architect first</a:t>
            </a:r>
            <a:br/>
            <a:r>
              <a:t>    replace:                            # empty → our architect runs normally</a:t>
            </a:r>
            <a:br/>
            <a:r>
              <a:t>    after:</a:t>
            </a:r>
            <a:br/>
            <a:r>
              <a:t>      - .loop-library/architect.yaml    # run a bounded loop afterwards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Skill Hook Points: Named Insertion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Skills expose named hook points where you can insert: scripts, markdown, Loop Library loops, or inline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/make skill flow with before_commit + before_pr hooks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554480" cy="1280160"/>
          </a:xfrm>
          <a:prstGeom prst="roundRect">
            <a:avLst/>
          </a:prstGeom>
          <a:solidFill>
            <a:srgbClr val="339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Run /build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286000"/>
            <a:ext cx="1554480" cy="1280160"/>
          </a:xfrm>
          <a:prstGeom prst="roundRect">
            <a:avLst/>
          </a:prstGeom>
          <a:solidFill>
            <a:srgbClr val="109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before_commit hook</a:t>
            </a:r>
            <a:br/>
            <a:r>
              <a:t>scripts/format.sh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286000"/>
            <a:ext cx="1554480" cy="1280160"/>
          </a:xfrm>
          <a:prstGeom prst="roundRect">
            <a:avLst/>
          </a:prstGeom>
          <a:solidFill>
            <a:srgbClr val="339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git add +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286000"/>
            <a:ext cx="1554480" cy="1280160"/>
          </a:xfrm>
          <a:prstGeom prst="roundRect">
            <a:avLst/>
          </a:prstGeom>
          <a:solidFill>
            <a:srgbClr val="339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git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86000"/>
            <a:ext cx="1554480" cy="1280160"/>
          </a:xfrm>
          <a:prstGeom prst="roundRect">
            <a:avLst/>
          </a:prstGeom>
          <a:solidFill>
            <a:srgbClr val="109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before_pr hook</a:t>
            </a:r>
            <a:br/>
            <a:r>
              <a:t>loop-library review</a:t>
            </a:r>
            <a:br/>
            <a:r>
              <a:t>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286000"/>
            <a:ext cx="1554480" cy="1280160"/>
          </a:xfrm>
          <a:prstGeom prst="roundRect">
            <a:avLst/>
          </a:prstGeom>
          <a:solidFill>
            <a:srgbClr val="339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gh pr create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2286000"/>
            <a:ext cx="1554480" cy="1280160"/>
          </a:xfrm>
          <a:prstGeom prst="roundRect">
            <a:avLst/>
          </a:prstGeom>
          <a:solidFill>
            <a:srgbClr val="109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4231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→ after_pr 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Configuration: skills.yaml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515600" cy="16459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skills:</a:t>
            </a:r>
            <a:br/>
            <a:r>
              <a:t>  make:</a:t>
            </a:r>
            <a:br/>
            <a:r>
              <a:t>    before_commit: [scripts/format.sh]</a:t>
            </a:r>
            <a:br/>
            <a:r>
              <a:t>    before_pr:</a:t>
            </a:r>
            <a:br/>
            <a:r>
              <a:t>      - .loop-library/pre-pr-review.yaml</a:t>
            </a:r>
            <a:br/>
            <a:r>
              <a:t>      - docs/checklists/pr-ready.md</a:t>
            </a:r>
            <a:br/>
            <a:r>
              <a:t>    after_pr: [scripts/notify-team.sh]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Pluggable Jira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Override transition IDs, custom field IDs, and inject lifecycle hooks declaratively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31E58"/>
                </a:solidFill>
                <a:latin typeface="Calibri"/>
              </a:defRPr>
            </a:pPr>
            <a:r>
              <a:t>Today: Hardcoded in .claude/rules/jira.md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Transition IDs scattered across skills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Custom field IDs hardcoded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No repo-specific lifecycle hooks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Every team uses same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C8"/>
                </a:solidFill>
                <a:latin typeface="Calibri"/>
              </a:defRPr>
            </a:pPr>
            <a:r>
              <a:t>With jira-workflow.yaml: Declarative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Centralized transition + field mapping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Per-repo lifecycle hooks (on_start, on_review, on_done)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Can disable Jira entirely per repo</a:t>
            </a:r>
          </a:p>
          <a:p>
            <a:pPr>
              <a:spcAft>
                <a:spcPts val="600"/>
              </a:spcAft>
              <a:defRPr sz="1200">
                <a:solidFill>
                  <a:srgbClr val="344157"/>
                </a:solidFill>
                <a:latin typeface="Calibri"/>
              </a:defRPr>
            </a:pPr>
            <a:r>
              <a:t>Falls back to defaults for missing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Example: jira-workflow.yaml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515600" cy="16459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jira:</a:t>
            </a:r>
            <a:br/>
            <a:r>
              <a:t>  enabled: true</a:t>
            </a:r>
            <a:br/>
            <a:r>
              <a:t>  transitions: { in_progress: "21", in_review: "31", done: "41" }</a:t>
            </a:r>
            <a:br/>
            <a:r>
              <a:t>  fields: { start_date: "customfield_10015" }</a:t>
            </a:r>
            <a:br/>
            <a:r>
              <a:t>  lifecycle:</a:t>
            </a:r>
            <a:br/>
            <a:r>
              <a:t>    on_review: [scripts/post-pr-to-jira.sh]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Pluggable Git Workflow: External Repo Offload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Offload git/PR steps to an external repo. Agent-orch orchestrates WHEN steps run; your repo owns WHAT they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Clone-and-Run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157"/>
                </a:solidFill>
                <a:latin typeface="Calibri"/>
              </a:defRPr>
            </a:pPr>
            <a:r>
              <a:t>1. Shallow-clone the external repo (git@code.ssnc.dev:BluedoorAIUK/test_codeReviewFlow.git) to .claude/ssnc-agent-orch/.cache/</a:t>
            </a:r>
          </a:p>
          <a:p>
            <a:pPr>
              <a:spcAft>
                <a:spcPts val="600"/>
              </a:spcAft>
              <a:defRPr sz="1300">
                <a:solidFill>
                  <a:srgbClr val="344157"/>
                </a:solidFill>
                <a:latin typeface="Calibri"/>
              </a:defRPr>
            </a:pPr>
            <a:r>
              <a:t>2. At each hook point (before_pr, after_pr), run scripts or markdown from the cloned repo</a:t>
            </a:r>
          </a:p>
          <a:p>
            <a:pPr>
              <a:spcAft>
                <a:spcPts val="600"/>
              </a:spcAft>
              <a:defRPr sz="1300">
                <a:solidFill>
                  <a:srgbClr val="344157"/>
                </a:solidFill>
                <a:latin typeface="Calibri"/>
              </a:defRPr>
            </a:pPr>
            <a:r>
              <a:t>3. User confirms source/ref + steps on first run per session (unless auto-approved permission mode)</a:t>
            </a:r>
          </a:p>
          <a:p>
            <a:pPr>
              <a:spcAft>
                <a:spcPts val="600"/>
              </a:spcAft>
              <a:defRPr sz="1300">
                <a:solidFill>
                  <a:srgbClr val="344157"/>
                </a:solidFill>
                <a:latin typeface="Calibri"/>
              </a:defRPr>
            </a:pPr>
            <a:r>
              <a:t>4. Cache reused for rest of session; .cache/ is git-ignored (never committed)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C8"/>
                </a:solidFill>
                <a:latin typeface="Calibri"/>
              </a:defRPr>
            </a:pPr>
            <a:r>
              <a:t>Example: git-workflow.yaml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515600" cy="16459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31E58"/>
                </a:solidFill>
                <a:latin typeface="Calibri"/>
              </a:defRPr>
            </a:pPr>
            <a:r>
              <a:t>git:</a:t>
            </a:r>
            <a:br/>
            <a:r>
              <a:t>  source: git@code.ssnc.dev:BluedoorAIUK/test_codeReviewFlow.git</a:t>
            </a:r>
            <a:br/>
            <a:r>
              <a:t>  ref: main</a:t>
            </a:r>
            <a:br/>
            <a:r>
              <a:t>  steps:</a:t>
            </a:r>
            <a:br/>
            <a:r>
              <a:t>    before_pr: [scripts/lint.sh, flows/review.md]</a:t>
            </a:r>
            <a:br/>
            <a:r>
              <a:t>    after_pr: [scripts/post-merge-checks.sh]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Team-Work Plugin: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.claude/ssnc-team-work/skills.yaml and agents.yaml follow the same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C8"/>
                </a:solidFill>
                <a:latin typeface="Calibri"/>
              </a:defRPr>
            </a:pPr>
            <a:r>
              <a:t>Example: /work-recap skill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66344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31E58"/>
                </a:solidFill>
                <a:latin typeface="Calibri"/>
              </a:defRPr>
            </a:pPr>
            <a:r>
              <a:t># skills:</a:t>
            </a:r>
            <a:br/>
            <a:r>
              <a:t>#   work-recap:</a:t>
            </a:r>
            <a:br/>
            <a:r>
              <a:t>#     before:</a:t>
            </a:r>
            <a:br/>
            <a:r>
              <a:t>#       - scripts/fetch-metrics.sh</a:t>
            </a:r>
            <a:br/>
            <a:r>
              <a:t>#     after:</a:t>
            </a:r>
            <a:br/>
            <a:r>
              <a:t>#       - /loop sanitize-output</a:t>
            </a:r>
            <a:br/>
            <a:r>
              <a:t>#       - scripts/post-to-slack.sh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7C8"/>
                </a:solidFill>
                <a:latin typeface="Calibri"/>
              </a:defRPr>
            </a:pPr>
            <a:r>
              <a:t>Example: content-specialist agent override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31E58"/>
                </a:solidFill>
                <a:latin typeface="Calibri"/>
              </a:defRPr>
            </a:pPr>
            <a:r>
              <a:t># agents:</a:t>
            </a:r>
            <a:br/>
            <a:r>
              <a:t>#   content-specialist:</a:t>
            </a:r>
            <a:br/>
            <a:r>
              <a:t>#     before:</a:t>
            </a:r>
            <a:br/>
            <a:r>
              <a:t>#       - docs/brand-voice.md</a:t>
            </a:r>
            <a:br/>
            <a:r>
              <a:t>#     replace:</a:t>
            </a:r>
            <a:br/>
            <a:r>
              <a:t>#       # our-content-writer.md</a:t>
            </a:r>
            <a:br/>
            <a:r>
              <a:t>#     after: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4157"/>
                </a:solidFill>
                <a:latin typeface="Calibri"/>
              </a:defRPr>
            </a:pPr>
            <a:r>
              <a:t>Same zero-behaviour-change guarantee: if the config is absent or commented out,</a:t>
            </a:r>
            <a:br/>
            <a:r>
              <a:t>team-work skills and agents run exactly as they do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7C8"/>
                </a:solidFill>
                <a:latin typeface="Calibri"/>
              </a:defRPr>
            </a:pPr>
            <a:r>
              <a:t>Getting Started: Copy, Uncomment,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157"/>
                </a:solidFill>
                <a:latin typeface="Calibri"/>
              </a:defRPr>
            </a:pPr>
            <a:r>
              <a:t>Three ways to get the config templates into your repo: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5156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7C8"/>
                </a:solidFill>
                <a:latin typeface="Calibri"/>
              </a:defRPr>
            </a:pPr>
            <a:r>
              <a:t>1. Via /init-plugin or /upgrade-plugin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157"/>
                </a:solidFill>
                <a:latin typeface="Calibri"/>
              </a:defRPr>
            </a:pPr>
            <a:r>
              <a:t>The skills install/upgrade templates automatically to .claude/ssnc-agent-orch/ and .claude/ssnc-team-work/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5156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9AC"/>
                </a:solidFill>
                <a:latin typeface="Calibri"/>
              </a:defRPr>
            </a:pPr>
            <a:r>
              <a:t>2. Copy from examples/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157"/>
                </a:solidFill>
                <a:latin typeface="Calibri"/>
              </a:defRPr>
            </a:pPr>
            <a:r>
              <a:t>Copy examples/ssnc-agent-orch/*.yaml and examples/ssnc-team-work/*.yaml to your .claude/ directories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5156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76775"/>
                </a:solidFill>
                <a:latin typeface="Calibri"/>
              </a:defRPr>
            </a:pPr>
            <a:r>
              <a:t>3. Manual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157"/>
                </a:solidFill>
                <a:latin typeface="Calibri"/>
              </a:defRPr>
            </a:pPr>
            <a:r>
              <a:t>Create the YAML files yourself following the contract in plugins/agent-orch/rules/extensibility.md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7C8"/>
                </a:solidFill>
                <a:latin typeface="Calibri"/>
              </a:defRPr>
            </a:pPr>
            <a:r>
              <a:t>Then: Uncomment ONLY what you want to customize. Everything else runs as default.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7C8"/>
                </a:solidFill>
                <a:latin typeface="Calibri"/>
              </a:defRPr>
            </a:pPr>
            <a:r>
              <a:t>Extensibility: The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017520"/>
            <a:ext cx="914400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1546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4157"/>
                </a:solidFill>
                <a:latin typeface="Calibri"/>
              </a:defRPr>
            </a:pPr>
            <a:r>
              <a:t>Zero behaviour change by default — absent/commented config = current behaviour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86200"/>
            <a:ext cx="914400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0233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4157"/>
                </a:solidFill>
                <a:latin typeface="Calibri"/>
              </a:defRPr>
            </a:pPr>
            <a:r>
              <a:t>Repo-level config — your repo owns .claude/ssnc-agent-orch/ and .claude/ssnc-team-work/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754880"/>
            <a:ext cx="914400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8920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4157"/>
                </a:solidFill>
                <a:latin typeface="Calibri"/>
              </a:defRPr>
            </a:pPr>
            <a:r>
              <a:t>Additive only — plugins ship templates fully commented out; you uncomment what you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8EA0"/>
                </a:solidFill>
                <a:latin typeface="Calibri"/>
              </a:defRPr>
            </a:pPr>
            <a:r>
              <a:t>Full contract: plugins/agent-orch/rules/extensibility.md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58EA0"/>
                </a:solidFill>
                <a:latin typeface="Calibri"/>
              </a:defRPr>
            </a:pPr>
            <a:r>
              <a:t>SS&amp;C Technologies  |  Agent Orchestration  | 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