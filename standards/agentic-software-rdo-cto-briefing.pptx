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6681"/>
                </a:solidFill>
                <a:latin typeface="Inter"/>
              </a:defRPr>
            </a:pPr>
            <a:r>
              <a:t>Agentic Software Research,</a:t>
            </a:r>
            <a:br/>
            <a:r>
              <a:t>Development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3D55"/>
                </a:solidFill>
                <a:latin typeface="Inter"/>
              </a:defRPr>
            </a:pPr>
            <a:r>
              <a:t>A Standards-Based Platform for AI-Assisted Engineering Across SS&amp;C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2743200" cy="18288"/>
          </a:xfrm>
          <a:prstGeom prst="rect">
            <a:avLst/>
          </a:prstGeom>
          <a:solidFill>
            <a:srgbClr val="C2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A85"/>
                </a:solidFill>
                <a:latin typeface="Inter"/>
              </a:defRPr>
            </a:pPr>
            <a:r>
              <a:t>Engineering Leadership Briefing  |  April 2026</a:t>
            </a:r>
            <a:br/>
            <a:r>
              <a:t>AI Governance Team  |  SS&amp;C Technologies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03120" cy="41148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828800"/>
            <a:ext cx="1737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681"/>
                </a:solidFill>
                <a:latin typeface="Inter"/>
              </a:defRPr>
            </a:pPr>
            <a:r>
              <a:t>26 Agents</a:t>
            </a:r>
            <a:br/>
            <a:r>
              <a:t>19 Skills</a:t>
            </a:r>
            <a:br/>
            <a:r>
              <a:t>8 Commands</a:t>
            </a:r>
            <a:br/>
            <a:r>
              <a:t>3 Catalog Plugins</a:t>
            </a:r>
            <a:br/>
            <a:r>
              <a:t>6 Languages</a:t>
            </a:r>
            <a:br/>
            <a:r>
              <a:t>Out of the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The Challenge: Scaling Engineering Quality Across SS&amp;C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3B30"/>
                </a:solidFill>
                <a:latin typeface="Inter"/>
              </a:defRPr>
            </a:pPr>
            <a:r>
              <a:t>Today's Pain Points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Teams reinvent patterns: each BU builds its own deployment, testing, and review workflows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Quality is inconsistent: some teams have strong code review, others ship without it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Domain knowledge is siloed: the private cloud team's expertise doesn't reach fund services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AI adoption is fragmented: Copilot here, Cursor there, custom scripts everywhere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No shared standards for how agents should build, test, and review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A86B"/>
                </a:solidFill>
                <a:latin typeface="Inter"/>
              </a:defRPr>
            </a:pPr>
            <a:r>
              <a:t>The Vision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One platform, many flavors: shared base with team-specific customization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Quality gates built in: two-stage review on every build, not optional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Knowledge flows: plugin discovery catalog lets teams share patterns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Spec-driven development: agents implement what's specified, reviewers verify</a:t>
            </a:r>
          </a:p>
          <a:p>
            <a:pPr>
              <a:spcAft>
                <a:spcPts val="400"/>
              </a:spcAft>
              <a:defRPr sz="1300">
                <a:solidFill>
                  <a:srgbClr val="3D5167"/>
                </a:solidFill>
                <a:latin typeface="Inter"/>
              </a:defRPr>
            </a:pPr>
            <a:r>
              <a:t>Out of the box to production: zero config to start, deep customization to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Platform Architecture: Two Components, One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6681"/>
                </a:solidFill>
                <a:latin typeface="Inter"/>
              </a:defRPr>
            </a:pPr>
            <a:r>
              <a:t>Agent Orchestration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A85"/>
                </a:solidFill>
                <a:latin typeface="Inter"/>
              </a:defRPr>
            </a:pPr>
            <a:r>
              <a:t>The multi-agent engine that builds, tests, reviews, and documents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/build - Multi-agent implementation from conversation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/implement - Spec-kit driven with parallel specialists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26 specialized agents (architect, builder, validator, security, ...)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Two-stage review: spec compliance then code quality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TDD enforcement, integration verification, no scaffolding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Jira integration, MCP servers, observability setup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/private-cloud - Terraform for SS&amp;C + AWS hybrid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/c4 - Architecture documentation with Mermaid diagrams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6681"/>
                </a:solidFill>
                <a:latin typeface="Inter"/>
              </a:defRPr>
            </a:pPr>
            <a:r>
              <a:t>Plugin Discovery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6A85"/>
                </a:solidFill>
                <a:latin typeface="Inter"/>
              </a:defRPr>
            </a:pPr>
            <a:r>
              <a:t>The catalog for discovering, inheriting, and sharing plugins across SS&amp;C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/find-plugin - Conversational auto-discovery from natural language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/discover-plugin - Full interactive catalog browser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/contribute-plugin-marketplace - Register your plugin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/inherit-plugin - Clone, remap domain + tech, generate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Taxonomy: division &gt; business unit &gt; team &gt; plugin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3 plugins in catalog: agent-orch, ssnc-cloud, ssc-devops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Structured manifests (plugin.md) with searchable metadata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Anyone can contribute - wizard generates the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DDB"/>
                </a:solidFill>
                <a:latin typeface="Inter"/>
              </a:defRPr>
            </a:pPr>
            <a:r>
              <a:t>Together: install, discover, inherit, customize, contribute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26 Specialized Agents: The Right Expert for Every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6681"/>
                </a:solidFill>
                <a:latin typeface="Inter"/>
              </a:defRPr>
            </a:pPr>
            <a:r>
              <a:t>Core (4)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Architect (opus) - plans work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Builder (sonnet) - TDD implementation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Validator (sonnet) - testing + coverage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Scribe (sonnet) -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80160"/>
            <a:ext cx="25603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137160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6681"/>
                </a:solidFill>
                <a:latin typeface="Inter"/>
              </a:defRPr>
            </a:pPr>
            <a:r>
              <a:t>Review &amp; Debug (3)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Spec Reviewer (opus) - Stage 1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Quality Reviewer (opus) - Stage 2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Debugger (opus) - root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02920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6681"/>
                </a:solidFill>
                <a:latin typeface="Inter"/>
              </a:defRPr>
            </a:pPr>
            <a:r>
              <a:t>Specialists (15)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Security - OWASP audit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Performance - benchmarks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API - REST/GraphQL design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Database - schema + queries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DevOps - CI/CD + K8s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Telemetry - OpenTelemetry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UI/UX - design systems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Refactorer - tech 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5544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Migration - upgrades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Data Engineer - ETL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ML Engineer - MLOps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Observability - SLOs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Incident Responder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Legacy Modernizer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C4 Scribe - arch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6681"/>
                </a:solidFill>
                <a:latin typeface="Inter"/>
              </a:defRPr>
            </a:pPr>
            <a:r>
              <a:t>Coordination &amp; Support (4)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Advocate (opus) - challenges architecture decisions, discovers existing services, creates Jira tickets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Private Cloud (sonnet) - Terraform/HCL for SS&amp;C and AWS hybrid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Content Specialist (sonnet) - technical writing, tutorials, blog posts beyond code docs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Jira Triage (sonnet) - classifies issues as agent-ready, human-review, or not-code-work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A85"/>
                </a:solidFill>
                <a:latin typeface="Inter"/>
              </a:defRPr>
            </a:pPr>
            <a:r>
              <a:t>Model selection: opus for complex reasoning (planning, review, debugging)</a:t>
            </a:r>
            <a:br/>
            <a:r>
              <a:t>sonnet for focused domain work (implementation, testing, analysis)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How /build Works: From Intent to Verified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463040" cy="182880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Inter"/>
              </a:defRPr>
            </a:pPr>
            <a:r>
              <a:t>Conversational</a:t>
            </a:r>
            <a:br/>
            <a:r>
              <a:t>gathering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463040"/>
            <a:ext cx="1463040" cy="1828800"/>
          </a:xfrm>
          <a:prstGeom prst="round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Phase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Advocate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Inter"/>
              </a:defRPr>
            </a:pPr>
            <a:r>
              <a:t>Challenge</a:t>
            </a:r>
            <a:br/>
            <a:r>
              <a:t>assumptions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463040"/>
            <a:ext cx="1463040" cy="182880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Inter"/>
              </a:defRPr>
            </a:pPr>
            <a:r>
              <a:t>Analyze codebase</a:t>
            </a:r>
            <a:br/>
            <a:r>
              <a:t>create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463040"/>
            <a:ext cx="1463040" cy="1828800"/>
          </a:xfrm>
          <a:prstGeom prst="round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Implement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Inter"/>
              </a:defRPr>
            </a:pPr>
            <a:r>
              <a:t>Builder + Validator</a:t>
            </a:r>
            <a:br/>
            <a:r>
              <a:t>+ Specialists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463040"/>
            <a:ext cx="1463040" cy="182880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Phase 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Inter"/>
              </a:defRPr>
            </a:pPr>
            <a:r>
              <a:t>Build + migrate</a:t>
            </a:r>
            <a:br/>
            <a:r>
              <a:t>+ start + lint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1463040"/>
            <a:ext cx="1463040" cy="1828800"/>
          </a:xfrm>
          <a:prstGeom prst="roundRect">
            <a:avLst/>
          </a:prstGeom>
          <a:solidFill>
            <a:srgbClr val="E30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Inter"/>
              </a:defRPr>
            </a:pPr>
            <a:r>
              <a:t>Spec compliance</a:t>
            </a:r>
            <a:br/>
            <a:r>
              <a:t>+ code quality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463040"/>
            <a:ext cx="1463040" cy="182880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Finalize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Inter"/>
              </a:defRPr>
            </a:pPr>
            <a:r>
              <a:t>Jira update</a:t>
            </a:r>
            <a:br/>
            <a:r>
              <a:t>+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65760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D55"/>
                </a:solidFill>
                <a:latin typeface="Inter"/>
              </a:defRPr>
            </a:pPr>
            <a:r>
              <a:t>Key Principles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Zero configuration required - describe what you want, agents do the rest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TDD mandatory: Builder writes failing test first, then implementation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Specialist agents auto-selected based on feature complexity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Two-stage review is sequential: Stage 1 must pass before Stage 2 starts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Refinement loops: failed reviews create tasks, agents fix, re-review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D55"/>
                </a:solidFill>
                <a:latin typeface="Inter"/>
              </a:defRPr>
            </a:pPr>
            <a:r>
              <a:t>Governance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Session tracked in ssnc-agent-orch/YYYY-MM-DD-[feature]/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PLAN.md - requirements and task breakdown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STATUS.md - real-time agent progress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All agents have ISC2 certifications (CISSP, CCSP, CSSLP) applied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No scaffolding: TODOs, stubs, placeholders are rejected by reviewers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Plugin Discovery: Share Patterns Across SS&amp;C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DDB"/>
                </a:solidFill>
                <a:latin typeface="Inter"/>
              </a:defRPr>
            </a:pPr>
            <a:r>
              <a:t>Your Repo  --&gt;  /find-plugin  --&gt;  Catalog (plugin.md manifests)  --&gt;  /inherit-plugin  --&gt;  Your Adapted Plugin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515600" cy="11887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Agent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A85"/>
                </a:solidFill>
                <a:latin typeface="Inter"/>
              </a:defRPr>
            </a:pPr>
            <a:r>
              <a:t>Owner: AI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5167"/>
                </a:solidFill>
                <a:latin typeface="Inter"/>
              </a:defRPr>
            </a:pPr>
            <a:r>
              <a:t>26 agents, 19 skills, 8 commands</a:t>
            </a:r>
            <a:br/>
            <a:r>
              <a:t>Multi-agent orchestration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11887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DDB"/>
                </a:solidFill>
                <a:latin typeface="Inter"/>
              </a:defRPr>
            </a:pPr>
            <a:r>
              <a:t>SS&amp;C Private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A85"/>
                </a:solidFill>
                <a:latin typeface="Inter"/>
              </a:defRPr>
            </a:pPr>
            <a:r>
              <a:t>Owner: Cloud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5167"/>
                </a:solidFill>
                <a:latin typeface="Inter"/>
              </a:defRPr>
            </a:pPr>
            <a:r>
              <a:t>3 plugins: cloud-developer, cloud-pro, cloud-pipeline</a:t>
            </a:r>
            <a:br/>
            <a:r>
              <a:t>Java/Spring Boot, Terraform, K8s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1887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6B"/>
                </a:solidFill>
                <a:latin typeface="Inter"/>
              </a:defRPr>
            </a:pPr>
            <a:r>
              <a:t>SS&amp;C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A85"/>
                </a:solidFill>
                <a:latin typeface="Inter"/>
              </a:defRPr>
            </a:pPr>
            <a:r>
              <a:t>Owner: GlobeOp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5167"/>
                </a:solidFill>
                <a:latin typeface="Inter"/>
              </a:defRPr>
            </a:pPr>
            <a:r>
              <a:t>5 skills: deploy, cicd, monitor, security, troubleshoot</a:t>
            </a:r>
            <a:br/>
            <a:r>
              <a:t>Bolt API, Ansible, GitHub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B3D55"/>
                </a:solidFill>
                <a:latin typeface="Inter"/>
              </a:defRPr>
            </a:pPr>
            <a:r>
              <a:t>Any team can contribute: /contribute-plugin-marketplace scans your plugin, generates a manifest, and submits a merge request to the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Proposed: /add-skill - Fine-Grained Capability Installation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0116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3B30"/>
                </a:solidFill>
                <a:latin typeface="Inter"/>
              </a:defRPr>
            </a:pPr>
            <a:r>
              <a:t>Problem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Today: plugins are all-or-nothing (26 agents + 19 skills per install)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Teams wanting one skill must install the entire plugin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Creates noise, version coupling, and heavyweight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0116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A86B"/>
                </a:solidFill>
                <a:latin typeface="Inter"/>
              </a:defRPr>
            </a:pPr>
            <a:r>
              <a:t>Solution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/add-skill olly - installs just the observability skill + 2 agents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/add-skill cloud-architect - gets cloud expertise without full plugin</a:t>
            </a:r>
          </a:p>
          <a:p>
            <a:pPr>
              <a:spcAft>
                <a:spcPts val="400"/>
              </a:spcAft>
              <a:defRPr sz="1200">
                <a:solidFill>
                  <a:srgbClr val="3D5167"/>
                </a:solidFill>
                <a:latin typeface="Inter"/>
              </a:defRPr>
            </a:pPr>
            <a:r>
              <a:t>Dependency resolution: skills declare required agents/rules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Installation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With /add-skill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515600" cy="32004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With /add-skill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515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3D55"/>
                </a:solidFill>
                <a:latin typeface="Inter"/>
              </a:defRPr>
            </a:pPr>
            <a:r>
              <a:t>Team wants observability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343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B30"/>
                </a:solidFill>
                <a:latin typeface="Inter"/>
              </a:defRPr>
            </a:pPr>
            <a:r>
              <a:t>Install full agent-orch</a:t>
            </a:r>
            <a:br/>
            <a:r>
              <a:t>(26 agents, 19 skills)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43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A86B"/>
                </a:solidFill>
                <a:latin typeface="Inter"/>
              </a:defRPr>
            </a:pPr>
            <a:r>
              <a:t>/add-skill olly</a:t>
            </a:r>
            <a:br/>
            <a:r>
              <a:t>(1 skill, 2 agents)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515600" cy="5943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3D55"/>
                </a:solidFill>
                <a:latin typeface="Inter"/>
              </a:defRPr>
            </a:pPr>
            <a:r>
              <a:t>Team wants cloud architect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983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B30"/>
                </a:solidFill>
                <a:latin typeface="Inter"/>
              </a:defRPr>
            </a:pPr>
            <a:r>
              <a:t>Install full ssnc-cloud</a:t>
            </a:r>
            <a:br/>
            <a:r>
              <a:t>(3 plugins)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983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A86B"/>
                </a:solidFill>
                <a:latin typeface="Inter"/>
              </a:defRPr>
            </a:pPr>
            <a:r>
              <a:t>/add-skill cloud-architect</a:t>
            </a:r>
            <a:br/>
            <a:r>
              <a:t>(1 skill, 1 agent)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10515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3D55"/>
                </a:solidFill>
                <a:latin typeface="Inter"/>
              </a:defRPr>
            </a:pPr>
            <a:r>
              <a:t>Team wants safe 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623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B30"/>
                </a:solidFill>
                <a:latin typeface="Inter"/>
              </a:defRPr>
            </a:pPr>
            <a:r>
              <a:t>Install full ssnc-cloud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623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A86B"/>
                </a:solidFill>
                <a:latin typeface="Inter"/>
              </a:defRPr>
            </a:pPr>
            <a:r>
              <a:t>/add-skill safe-contributor</a:t>
            </a:r>
            <a:br/>
            <a:r>
              <a:t>(1 rule set)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DDB"/>
                </a:solidFill>
                <a:latin typeface="Inter"/>
              </a:defRPr>
            </a:pPr>
            <a:r>
              <a:t>Phase 1 (MVP): Local extraction from installed plugins  |  Phase 2: Catalog integration  |  Phase 3: Skill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One Platform, Many Flavors: Team Customization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5167"/>
                </a:solidFill>
                <a:latin typeface="Inter"/>
              </a:defRPr>
            </a:pPr>
            <a:r>
              <a:t>Every team inherits the same base ingredients. Each team adds what their domain, stack, and compliance require.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1031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103120" cy="32004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GIDS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Java/Spring Boot</a:t>
            </a:r>
            <a:br/>
            <a:r>
              <a:t>MariaDB</a:t>
            </a:r>
            <a:br/>
            <a:r>
              <a:t>SOC 2 compliance</a:t>
            </a:r>
            <a:br/>
            <a:r>
              <a:t>Fund accounting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37360"/>
            <a:ext cx="21031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737360"/>
            <a:ext cx="2103120" cy="320040"/>
          </a:xfrm>
          <a:prstGeom prst="round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755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WIT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945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.NET / C#</a:t>
            </a:r>
            <a:br/>
            <a:r>
              <a:t>Azure infrastructure</a:t>
            </a:r>
            <a:br/>
            <a:r>
              <a:t>Regulatory compliance</a:t>
            </a:r>
            <a:br/>
            <a:r>
              <a:t>Wealth mgmt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737360"/>
            <a:ext cx="21031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737360"/>
            <a:ext cx="2103120" cy="320040"/>
          </a:xfrm>
          <a:prstGeom prst="round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Intralinks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945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React/TypeScript</a:t>
            </a:r>
            <a:br/>
            <a:r>
              <a:t>S3/CDN patterns</a:t>
            </a:r>
            <a:br/>
            <a:r>
              <a:t>Data sovereignty</a:t>
            </a:r>
            <a:br/>
            <a:r>
              <a:t>Document mgmt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737360"/>
            <a:ext cx="21031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737360"/>
            <a:ext cx="2103120" cy="32004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755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GlobeOp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1945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Python/Java</a:t>
            </a:r>
            <a:br/>
            <a:r>
              <a:t>Batch processing</a:t>
            </a:r>
            <a:br/>
            <a:r>
              <a:t>Reconciliation rules</a:t>
            </a:r>
            <a:br/>
            <a:r>
              <a:t>Fund operations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737360"/>
            <a:ext cx="21031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1737360"/>
            <a:ext cx="2103120" cy="320040"/>
          </a:xfrm>
          <a:prstGeom prst="round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755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Private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1945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Terraform/HCL</a:t>
            </a:r>
            <a:br/>
            <a:r>
              <a:t>Kubernetes</a:t>
            </a:r>
            <a:br/>
            <a:r>
              <a:t>Network security</a:t>
            </a:r>
            <a:br/>
            <a:r>
              <a:t>Infrastructure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7200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D55"/>
                </a:solidFill>
                <a:latin typeface="Inter"/>
              </a:defRPr>
            </a:pPr>
            <a:r>
              <a:t>Shared Base Ingredients (Non-Negotiable Across All Teams)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  Two-stage review (spec compliance + code quality)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  TDD enforcement with coverage 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  Integration verification (build + migrate + start + lint)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  No scaffolding policy (fully functional code 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577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  Advocate review (prevent duplication, discover platform services)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Discoverable Skills: Private Cloud &amp; DevOps for Everyone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47548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SS&amp;C Private Cloud Developer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A85"/>
                </a:solidFill>
                <a:latin typeface="Inter"/>
              </a:defRPr>
            </a:pPr>
            <a:r>
              <a:t>Owner: Cloud Team  |  Stack: Java, Spring Boot, Angular, Terraform, K8s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DDB"/>
                </a:solidFill>
                <a:latin typeface="Inter"/>
              </a:defRPr>
            </a:pPr>
            <a:r>
              <a:t>/spec-build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End-to-end feature pipeline: spec -&gt; architect challenge -&gt;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DDB"/>
                </a:solidFill>
                <a:latin typeface="Inter"/>
              </a:defRPr>
            </a:pPr>
            <a:r>
              <a:t>/safe-contributor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788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Conservative guardrails: PR size limits, test requirements,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DDB"/>
                </a:solidFill>
                <a:latin typeface="Inter"/>
              </a:defRPr>
            </a:pPr>
            <a:r>
              <a:t>/cloud-architect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Deep platform expertise: Stratus, Gateway, Edge, Roustabout, Gatsby, Icarus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DDB"/>
                </a:solidFill>
                <a:latin typeface="Inter"/>
              </a:defRPr>
            </a:pPr>
            <a:r>
              <a:t>/cloud-deploy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977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Deploy to SS&amp;C Cloud environments (planned)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DDB"/>
                </a:solidFill>
                <a:latin typeface="Inter"/>
              </a:defRPr>
            </a:pPr>
            <a:r>
              <a:t>/cloud-troubleshoot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572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Cross-service debugging with logs, traces, K8s state (planned)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DDB"/>
                </a:solidFill>
                <a:latin typeface="Inter"/>
              </a:defRPr>
            </a:pPr>
            <a:r>
              <a:t>/cloud-db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166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MariaDB query, schema inspection, data diagnostics (planned)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5212080" cy="47548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SS&amp;C DevOps Cloud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A85"/>
                </a:solidFill>
                <a:latin typeface="Inter"/>
              </a:defRPr>
            </a:pPr>
            <a:r>
              <a:t>Owner: GlobeOp  |  Stack: Python, Ansible, Terraform, 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86B"/>
                </a:solidFill>
                <a:latin typeface="Inter"/>
              </a:defRPr>
            </a:pPr>
            <a:r>
              <a:t>/ssc-cloud-deploy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94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Bolt API + Ansible deployment, Docker/Podman, zero-downtime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86B"/>
                </a:solidFill>
                <a:latin typeface="Inter"/>
              </a:defRPr>
            </a:pPr>
            <a:r>
              <a:t>/ssc-cloud-cicd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88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GitHub Actions, blue-green deployments, automated rollback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86B"/>
                </a:solidFill>
                <a:latin typeface="Inter"/>
              </a:defRPr>
            </a:pPr>
            <a:r>
              <a:t>/ssc-cloud-monitor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OpenSearch + Prometheus + Grafana, Fluent Bit log forwarding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86B"/>
                </a:solidFill>
                <a:latin typeface="Inter"/>
              </a:defRPr>
            </a:pPr>
            <a:r>
              <a:t>/ssc-cloud-security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977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LDAP/AD auth, secrets management, TLS/SSL, audit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86B"/>
                </a:solidFill>
                <a:latin typeface="Inter"/>
              </a:defRPr>
            </a:pPr>
            <a:r>
              <a:t>/ssc-cloud-troubleshoot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572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Systematic diagnostics for deployment and runtime issues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DDB"/>
                </a:solidFill>
                <a:latin typeface="Inter"/>
              </a:defRPr>
            </a:pPr>
            <a:r>
              <a:t>These skills are available today via /discover-plugin  |  Proposed: make key skills available via /add-skill without full plugin 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Supply Chain Security: Defense-in-Depth for Agentic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AI agents exponentially increase supply chain surface area. Every build introduces dynamic dependencies, agent-generated artifacts, and model-driven decisions. We need both internal controls AND external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9260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2004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Layer 1: Build Our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Agent provenance tracking (which agent, which model, which plan)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Agent-generated SBOM as mandatory build artifact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Extended commit metadata (agent chain, review status)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Supply chain checks in two-stage review gates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Agent tool grants audited (principle of least privilege)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29260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320040"/>
          </a:xfrm>
          <a:prstGeom prst="round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55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Layer 2: Kusari + GUAC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GUAC graph database maps full supply chain (OpenSSF project)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Automated SBOM: CycloneDX, SPDX, in-toto, SLSA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Vulnerability intelligence with context (70% faster MTTR)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CI/CD policy enforcement (fail-fast, zero unknowns in prod)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Provenance verification + signed attestations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29260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320040"/>
          </a:xfrm>
          <a:prstGeom prst="round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755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Layer 3: Defense-in-Depth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Internal controls catch agent-specific risks (model CVEs, config tampering)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Kusari catches traditional risks (vulnerable deps, typosquats, licenses)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GUAC tracks agent changes as supply chain events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Redundancy is intentional - neither layer alone is sufficient</a:t>
            </a:r>
          </a:p>
          <a:p>
            <a:pPr>
              <a:spcAft>
                <a:spcPts val="4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Secure from the ground up, not bolted on later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The New Reality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Agent adds dependency dynamically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A86B"/>
                </a:solidFill>
                <a:latin typeface="Inter"/>
              </a:defRPr>
            </a:pPr>
            <a:r>
              <a:t>Provenance log + Kusari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800"/>
                </a:solidFill>
                <a:latin typeface="Inter"/>
              </a:defRPr>
            </a:pPr>
            <a:r>
              <a:t>Model CVE changes agent behavior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A86B"/>
                </a:solidFill>
                <a:latin typeface="Inter"/>
              </a:defRPr>
            </a:pPr>
            <a:r>
              <a:t>Internal tracking (Kusari can't see this)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B30"/>
                </a:solidFill>
                <a:latin typeface="Inter"/>
              </a:defRPr>
            </a:pPr>
            <a:r>
              <a:t>Agent configs grant Bash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035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A86B"/>
                </a:solidFill>
                <a:latin typeface="Inter"/>
              </a:defRPr>
            </a:pPr>
            <a:r>
              <a:t>Least privilege audit + attestation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26 agents x N teams = massive surface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A86B"/>
                </a:solidFill>
                <a:latin typeface="Inter"/>
              </a:defRPr>
            </a:pPr>
            <a:r>
              <a:t>GUAC graph + continuous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Adoption Maturity: From Zero Config to Platform Contributor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731520" cy="822960"/>
          </a:xfrm>
          <a:prstGeom prst="round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D55"/>
                </a:solidFill>
                <a:latin typeface="Inter"/>
              </a:defRPr>
            </a:pPr>
            <a:r>
              <a:t>Level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B3D55"/>
                </a:solidFill>
                <a:latin typeface="Inter"/>
              </a:defRPr>
            </a:pPr>
            <a:r>
              <a:t>Getting Started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280160"/>
            <a:ext cx="7498079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Use /build conversationally</a:t>
            </a:r>
            <a:br/>
            <a:r>
              <a:t>Agents figure out your stack</a:t>
            </a:r>
            <a:br/>
            <a:r>
              <a:t>Zero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6A85"/>
                </a:solidFill>
                <a:latin typeface="Inter"/>
              </a:defRPr>
            </a:pPr>
            <a:r>
              <a:t>Week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731520" cy="822960"/>
          </a:xfrm>
          <a:prstGeom prst="round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Level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Structured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286000"/>
            <a:ext cx="7498079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Write specs first</a:t>
            </a:r>
            <a:br/>
            <a:r>
              <a:t>Use /implement with spec-kit</a:t>
            </a:r>
            <a:br/>
            <a:r>
              <a:t>Jira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DDB"/>
                </a:solidFill>
                <a:latin typeface="Inter"/>
              </a:defRPr>
            </a:pPr>
            <a:r>
              <a:t>Weeks 2-3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731520" cy="82296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Level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Customized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3291840"/>
            <a:ext cx="7498079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3832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Inherit plugin</a:t>
            </a:r>
            <a:br/>
            <a:r>
              <a:t>Add domain agents + rules</a:t>
            </a:r>
            <a:br/>
            <a:r>
              <a:t>Custom conventions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6681"/>
                </a:solidFill>
                <a:latin typeface="Inter"/>
              </a:defRPr>
            </a:pPr>
            <a:r>
              <a:t>Month 1-2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731520" cy="822960"/>
          </a:xfrm>
          <a:prstGeom prst="round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Level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Integrated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297680"/>
            <a:ext cx="7498079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389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Jira-driven work queue</a:t>
            </a:r>
            <a:br/>
            <a:r>
              <a:t>Automated issue triage</a:t>
            </a:r>
            <a:br/>
            <a:r>
              <a:t>Label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86B"/>
                </a:solidFill>
                <a:latin typeface="Inter"/>
              </a:defRPr>
            </a:pPr>
            <a:r>
              <a:t>Month 2-3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731520" cy="82296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Level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303520"/>
            <a:ext cx="7498079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394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Contribute plugins back</a:t>
            </a:r>
            <a:br/>
            <a:r>
              <a:t>Catalog registration</a:t>
            </a:r>
            <a:br/>
            <a:r>
              <a:t>Cross-team sharing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347"/>
                </a:solidFill>
                <a:latin typeface="Inter"/>
              </a:defRPr>
            </a:pPr>
            <a:r>
              <a:t>Month 3+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B3D55"/>
                </a:solidFill>
                <a:latin typeface="Inter"/>
              </a:defRPr>
            </a:pPr>
            <a:r>
              <a:t>Most teams should start at Level 1 and grow. The platform supports every level without requiring you to jump ahead.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Honest Assessment: Strengths, Gaps,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572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A86B"/>
                </a:solidFill>
                <a:latin typeface="Inter"/>
              </a:defRPr>
            </a:pPr>
            <a:r>
              <a:t>What Works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Two-stage review catches real gaps between spec and code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Zero-config /build works immediately with any tech stack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Plugin inheritance is the right model for org-wide sharing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Discovery catalog is well-structured and searchable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Agent specialization is right-sized (26 focused roles)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572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3B30"/>
                </a:solidFill>
                <a:latin typeface="Inter"/>
              </a:defRPr>
            </a:pPr>
            <a:r>
              <a:t>Gaps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No supply chain security for agent-generated code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No observability into agent behavior or token costs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No regression testing for agent output quality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Documentation counts/versions are inconsistent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All-or-nothing plugin install (no /add-skill yet)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No cross-repo orchestration for microservices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Failure modes are undocumented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4572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6681"/>
                </a:solidFill>
                <a:latin typeface="Inter"/>
              </a:defRPr>
            </a:pPr>
            <a:r>
              <a:t>Priority Actions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P0: Supply chain security (Kusari POC + internal controls)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P0: Fix doc discrepancies, add tutorial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P1: Build /add-skill Phase 1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P1: Session analytics + token counting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P1: Agent tool grant audit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P2: GUAC deployment for cross-team graph</a:t>
            </a:r>
          </a:p>
          <a:p>
            <a:pPr>
              <a:spcAft>
                <a:spcPts val="4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P2: Agent regression test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6681"/>
                </a:solidFill>
                <a:latin typeface="Inter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1828800" cy="18288"/>
          </a:xfrm>
          <a:prstGeom prst="rect">
            <a:avLst/>
          </a:prstGeom>
          <a:solidFill>
            <a:srgbClr val="C2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DDB"/>
                </a:solidFill>
                <a:latin typeface="Inter"/>
              </a:defRPr>
            </a:pPr>
            <a:r>
              <a:t>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7432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Install the plugin and try /build on your next feature.</a:t>
            </a:r>
            <a:br/>
            <a:r>
              <a:t>No configuration, no commitment, just see what agents 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For Team Leads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7033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Run /discover-plugin to see what's available.</a:t>
            </a:r>
            <a:br/>
            <a:r>
              <a:t>Evaluate /inherit-plugin to customize for your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6B"/>
                </a:solidFill>
                <a:latin typeface="Inter"/>
              </a:defRPr>
            </a:pPr>
            <a:r>
              <a:t>For Platform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6634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Register your patterns in the catalog with /contribute-plugin-marketplace.</a:t>
            </a:r>
            <a:br/>
            <a:r>
              <a:t>Other teams are looking for what you've already built.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For This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6235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Fix documentation accuracy, build /add-skill, add session analytics.</a:t>
            </a:r>
            <a:br/>
            <a:r>
              <a:t>Eat our own cooking: test agents the way agents test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6400800"/>
            <a:ext cx="10058400" cy="18288"/>
          </a:xfrm>
          <a:prstGeom prst="rect">
            <a:avLst/>
          </a:prstGeom>
          <a:solidFill>
            <a:srgbClr val="C2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A85"/>
                </a:solidFill>
                <a:latin typeface="Inter"/>
              </a:defRPr>
            </a:pPr>
            <a:r>
              <a:t>Slack: #ai-agent-orchestration  |  Email: ai-governance@ssnc.com  |  Repo: code.ssnc.dev/ai/claude-agent-orchestration-plugin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Governance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